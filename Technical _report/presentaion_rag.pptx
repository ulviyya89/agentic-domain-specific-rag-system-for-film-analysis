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EB434A-1C36-4339-890F-D10838FCDAA2}" v="26" dt="2026-04-13T19:22:38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utham RP" userId="9c29b54a4521e357" providerId="LiveId" clId="{96135513-57E8-4E20-87BC-554A32601E0D}"/>
    <pc:docChg chg="undo custSel addSld delSld modSld">
      <pc:chgData name="Goutham RP" userId="9c29b54a4521e357" providerId="LiveId" clId="{96135513-57E8-4E20-87BC-554A32601E0D}" dt="2026-04-13T19:49:15.845" v="552" actId="20577"/>
      <pc:docMkLst>
        <pc:docMk/>
      </pc:docMkLst>
      <pc:sldChg chg="addSp modSp mod">
        <pc:chgData name="Goutham RP" userId="9c29b54a4521e357" providerId="LiveId" clId="{96135513-57E8-4E20-87BC-554A32601E0D}" dt="2026-04-13T18:37:15.422" v="90" actId="1076"/>
        <pc:sldMkLst>
          <pc:docMk/>
          <pc:sldMk cId="800415912" sldId="256"/>
        </pc:sldMkLst>
        <pc:picChg chg="add mod">
          <ac:chgData name="Goutham RP" userId="9c29b54a4521e357" providerId="LiveId" clId="{96135513-57E8-4E20-87BC-554A32601E0D}" dt="2026-04-13T18:37:15.422" v="90" actId="1076"/>
          <ac:picMkLst>
            <pc:docMk/>
            <pc:sldMk cId="800415912" sldId="256"/>
            <ac:picMk id="3" creationId="{0AC57E58-CDE8-0EF4-09DE-BA176B354C75}"/>
          </ac:picMkLst>
        </pc:picChg>
      </pc:sldChg>
      <pc:sldChg chg="modSp mod">
        <pc:chgData name="Goutham RP" userId="9c29b54a4521e357" providerId="LiveId" clId="{96135513-57E8-4E20-87BC-554A32601E0D}" dt="2026-04-13T18:38:42.693" v="113" actId="20577"/>
        <pc:sldMkLst>
          <pc:docMk/>
          <pc:sldMk cId="3604407237" sldId="257"/>
        </pc:sldMkLst>
        <pc:spChg chg="mod">
          <ac:chgData name="Goutham RP" userId="9c29b54a4521e357" providerId="LiveId" clId="{96135513-57E8-4E20-87BC-554A32601E0D}" dt="2026-04-13T18:38:42.693" v="113" actId="20577"/>
          <ac:spMkLst>
            <pc:docMk/>
            <pc:sldMk cId="3604407237" sldId="257"/>
            <ac:spMk id="5" creationId="{F3C52DD0-DBA1-D408-A9AB-F540E8DD771B}"/>
          </ac:spMkLst>
        </pc:spChg>
      </pc:sldChg>
      <pc:sldChg chg="modSp mod">
        <pc:chgData name="Goutham RP" userId="9c29b54a4521e357" providerId="LiveId" clId="{96135513-57E8-4E20-87BC-554A32601E0D}" dt="2026-04-13T18:36:21.641" v="86" actId="20577"/>
        <pc:sldMkLst>
          <pc:docMk/>
          <pc:sldMk cId="340709153" sldId="258"/>
        </pc:sldMkLst>
        <pc:spChg chg="mod">
          <ac:chgData name="Goutham RP" userId="9c29b54a4521e357" providerId="LiveId" clId="{96135513-57E8-4E20-87BC-554A32601E0D}" dt="2026-04-13T18:36:21.641" v="86" actId="20577"/>
          <ac:spMkLst>
            <pc:docMk/>
            <pc:sldMk cId="340709153" sldId="258"/>
            <ac:spMk id="5" creationId="{1562419B-4895-1690-2CCB-E478D43110D1}"/>
          </ac:spMkLst>
        </pc:spChg>
      </pc:sldChg>
      <pc:sldChg chg="modSp mod">
        <pc:chgData name="Goutham RP" userId="9c29b54a4521e357" providerId="LiveId" clId="{96135513-57E8-4E20-87BC-554A32601E0D}" dt="2026-04-13T19:48:54.821" v="546" actId="15"/>
        <pc:sldMkLst>
          <pc:docMk/>
          <pc:sldMk cId="4119075688" sldId="259"/>
        </pc:sldMkLst>
        <pc:spChg chg="mod">
          <ac:chgData name="Goutham RP" userId="9c29b54a4521e357" providerId="LiveId" clId="{96135513-57E8-4E20-87BC-554A32601E0D}" dt="2026-04-13T18:40:35.091" v="124" actId="1076"/>
          <ac:spMkLst>
            <pc:docMk/>
            <pc:sldMk cId="4119075688" sldId="259"/>
            <ac:spMk id="2" creationId="{7C872859-ACA2-9712-5A63-4A6663E6E3CA}"/>
          </ac:spMkLst>
        </pc:spChg>
        <pc:spChg chg="mod">
          <ac:chgData name="Goutham RP" userId="9c29b54a4521e357" providerId="LiveId" clId="{96135513-57E8-4E20-87BC-554A32601E0D}" dt="2026-04-13T19:48:54.821" v="546" actId="15"/>
          <ac:spMkLst>
            <pc:docMk/>
            <pc:sldMk cId="4119075688" sldId="259"/>
            <ac:spMk id="5" creationId="{881FBE92-75C1-505C-AA75-C9F1CF6E3310}"/>
          </ac:spMkLst>
        </pc:spChg>
      </pc:sldChg>
      <pc:sldChg chg="modSp mod">
        <pc:chgData name="Goutham RP" userId="9c29b54a4521e357" providerId="LiveId" clId="{96135513-57E8-4E20-87BC-554A32601E0D}" dt="2026-04-13T19:49:15.845" v="552" actId="20577"/>
        <pc:sldMkLst>
          <pc:docMk/>
          <pc:sldMk cId="65346677" sldId="260"/>
        </pc:sldMkLst>
        <pc:spChg chg="mod">
          <ac:chgData name="Goutham RP" userId="9c29b54a4521e357" providerId="LiveId" clId="{96135513-57E8-4E20-87BC-554A32601E0D}" dt="2026-04-13T18:41:25.379" v="133" actId="1076"/>
          <ac:spMkLst>
            <pc:docMk/>
            <pc:sldMk cId="65346677" sldId="260"/>
            <ac:spMk id="2" creationId="{858B7C37-D3AB-AEE6-2829-18D8D7C6FFE3}"/>
          </ac:spMkLst>
        </pc:spChg>
        <pc:spChg chg="mod">
          <ac:chgData name="Goutham RP" userId="9c29b54a4521e357" providerId="LiveId" clId="{96135513-57E8-4E20-87BC-554A32601E0D}" dt="2026-04-13T19:49:15.845" v="552" actId="20577"/>
          <ac:spMkLst>
            <pc:docMk/>
            <pc:sldMk cId="65346677" sldId="260"/>
            <ac:spMk id="3" creationId="{E4FFA9F6-91F9-BEA0-2183-035702A2B28D}"/>
          </ac:spMkLst>
        </pc:spChg>
      </pc:sldChg>
      <pc:sldChg chg="addSp delSp modSp mod">
        <pc:chgData name="Goutham RP" userId="9c29b54a4521e357" providerId="LiveId" clId="{96135513-57E8-4E20-87BC-554A32601E0D}" dt="2026-04-13T19:05:26.599" v="279" actId="15"/>
        <pc:sldMkLst>
          <pc:docMk/>
          <pc:sldMk cId="710261500" sldId="261"/>
        </pc:sldMkLst>
        <pc:spChg chg="mod">
          <ac:chgData name="Goutham RP" userId="9c29b54a4521e357" providerId="LiveId" clId="{96135513-57E8-4E20-87BC-554A32601E0D}" dt="2026-04-13T18:46:11.109" v="188" actId="1076"/>
          <ac:spMkLst>
            <pc:docMk/>
            <pc:sldMk cId="710261500" sldId="261"/>
            <ac:spMk id="2" creationId="{6D4DB070-8DA4-B1BC-2B40-2AD31F9DA410}"/>
          </ac:spMkLst>
        </pc:spChg>
        <pc:spChg chg="mod">
          <ac:chgData name="Goutham RP" userId="9c29b54a4521e357" providerId="LiveId" clId="{96135513-57E8-4E20-87BC-554A32601E0D}" dt="2026-04-13T19:05:26.599" v="279" actId="15"/>
          <ac:spMkLst>
            <pc:docMk/>
            <pc:sldMk cId="710261500" sldId="261"/>
            <ac:spMk id="3" creationId="{954A16A9-327A-387A-F811-A4CD154972C9}"/>
          </ac:spMkLst>
        </pc:spChg>
        <pc:spChg chg="add del mod">
          <ac:chgData name="Goutham RP" userId="9c29b54a4521e357" providerId="LiveId" clId="{96135513-57E8-4E20-87BC-554A32601E0D}" dt="2026-04-13T18:49:11.840" v="219"/>
          <ac:spMkLst>
            <pc:docMk/>
            <pc:sldMk cId="710261500" sldId="261"/>
            <ac:spMk id="6" creationId="{9196A0D0-0ED0-5F01-0876-6ABF39221064}"/>
          </ac:spMkLst>
        </pc:spChg>
        <pc:spChg chg="add mod">
          <ac:chgData name="Goutham RP" userId="9c29b54a4521e357" providerId="LiveId" clId="{96135513-57E8-4E20-87BC-554A32601E0D}" dt="2026-04-13T19:02:12.556" v="231" actId="1076"/>
          <ac:spMkLst>
            <pc:docMk/>
            <pc:sldMk cId="710261500" sldId="261"/>
            <ac:spMk id="7" creationId="{5168747F-1AB4-2970-5949-54556DC1C633}"/>
          </ac:spMkLst>
        </pc:spChg>
        <pc:spChg chg="add del mod">
          <ac:chgData name="Goutham RP" userId="9c29b54a4521e357" providerId="LiveId" clId="{96135513-57E8-4E20-87BC-554A32601E0D}" dt="2026-04-13T18:49:11.838" v="217" actId="478"/>
          <ac:spMkLst>
            <pc:docMk/>
            <pc:sldMk cId="710261500" sldId="261"/>
            <ac:spMk id="8" creationId="{AF8A63BB-4F01-A145-2393-688F2BCEE95F}"/>
          </ac:spMkLst>
        </pc:spChg>
        <pc:picChg chg="add mod">
          <ac:chgData name="Goutham RP" userId="9c29b54a4521e357" providerId="LiveId" clId="{96135513-57E8-4E20-87BC-554A32601E0D}" dt="2026-04-13T19:02:17.113" v="232" actId="1076"/>
          <ac:picMkLst>
            <pc:docMk/>
            <pc:sldMk cId="710261500" sldId="261"/>
            <ac:picMk id="5" creationId="{13CE9914-A1D7-7246-C9B2-F5E36E3F0F54}"/>
          </ac:picMkLst>
        </pc:picChg>
      </pc:sldChg>
      <pc:sldChg chg="modSp mod">
        <pc:chgData name="Goutham RP" userId="9c29b54a4521e357" providerId="LiveId" clId="{96135513-57E8-4E20-87BC-554A32601E0D}" dt="2026-04-13T19:05:56.259" v="281" actId="15"/>
        <pc:sldMkLst>
          <pc:docMk/>
          <pc:sldMk cId="1466360998" sldId="262"/>
        </pc:sldMkLst>
        <pc:spChg chg="mod">
          <ac:chgData name="Goutham RP" userId="9c29b54a4521e357" providerId="LiveId" clId="{96135513-57E8-4E20-87BC-554A32601E0D}" dt="2026-04-13T19:03:45.103" v="248" actId="27636"/>
          <ac:spMkLst>
            <pc:docMk/>
            <pc:sldMk cId="1466360998" sldId="262"/>
            <ac:spMk id="2" creationId="{173B81D9-9F40-A4A1-8C62-96C6854520AC}"/>
          </ac:spMkLst>
        </pc:spChg>
        <pc:spChg chg="mod">
          <ac:chgData name="Goutham RP" userId="9c29b54a4521e357" providerId="LiveId" clId="{96135513-57E8-4E20-87BC-554A32601E0D}" dt="2026-04-13T19:05:56.259" v="281" actId="15"/>
          <ac:spMkLst>
            <pc:docMk/>
            <pc:sldMk cId="1466360998" sldId="262"/>
            <ac:spMk id="3" creationId="{696F9D5C-B962-69D2-CAF2-EEF90BB7556E}"/>
          </ac:spMkLst>
        </pc:spChg>
      </pc:sldChg>
      <pc:sldChg chg="modSp mod">
        <pc:chgData name="Goutham RP" userId="9c29b54a4521e357" providerId="LiveId" clId="{96135513-57E8-4E20-87BC-554A32601E0D}" dt="2026-04-13T19:09:12.883" v="317" actId="20577"/>
        <pc:sldMkLst>
          <pc:docMk/>
          <pc:sldMk cId="3728262276" sldId="263"/>
        </pc:sldMkLst>
        <pc:spChg chg="mod">
          <ac:chgData name="Goutham RP" userId="9c29b54a4521e357" providerId="LiveId" clId="{96135513-57E8-4E20-87BC-554A32601E0D}" dt="2026-04-13T19:07:20.616" v="305" actId="1076"/>
          <ac:spMkLst>
            <pc:docMk/>
            <pc:sldMk cId="3728262276" sldId="263"/>
            <ac:spMk id="2" creationId="{12A54107-D9E9-F535-03F5-B3E2E1315AE4}"/>
          </ac:spMkLst>
        </pc:spChg>
        <pc:spChg chg="mod">
          <ac:chgData name="Goutham RP" userId="9c29b54a4521e357" providerId="LiveId" clId="{96135513-57E8-4E20-87BC-554A32601E0D}" dt="2026-04-13T19:09:12.883" v="317" actId="20577"/>
          <ac:spMkLst>
            <pc:docMk/>
            <pc:sldMk cId="3728262276" sldId="263"/>
            <ac:spMk id="3" creationId="{C3CC18F2-C79E-60C1-4789-8AEF97B82C5A}"/>
          </ac:spMkLst>
        </pc:spChg>
      </pc:sldChg>
      <pc:sldChg chg="modSp mod">
        <pc:chgData name="Goutham RP" userId="9c29b54a4521e357" providerId="LiveId" clId="{96135513-57E8-4E20-87BC-554A32601E0D}" dt="2026-04-13T19:15:29.013" v="365" actId="27636"/>
        <pc:sldMkLst>
          <pc:docMk/>
          <pc:sldMk cId="3352508557" sldId="264"/>
        </pc:sldMkLst>
        <pc:spChg chg="mod">
          <ac:chgData name="Goutham RP" userId="9c29b54a4521e357" providerId="LiveId" clId="{96135513-57E8-4E20-87BC-554A32601E0D}" dt="2026-04-13T19:10:00.628" v="332" actId="1076"/>
          <ac:spMkLst>
            <pc:docMk/>
            <pc:sldMk cId="3352508557" sldId="264"/>
            <ac:spMk id="2" creationId="{F96345E0-D6AD-B375-3657-CBBAD2C55477}"/>
          </ac:spMkLst>
        </pc:spChg>
        <pc:spChg chg="mod">
          <ac:chgData name="Goutham RP" userId="9c29b54a4521e357" providerId="LiveId" clId="{96135513-57E8-4E20-87BC-554A32601E0D}" dt="2026-04-13T19:15:29.013" v="365" actId="27636"/>
          <ac:spMkLst>
            <pc:docMk/>
            <pc:sldMk cId="3352508557" sldId="264"/>
            <ac:spMk id="3" creationId="{4C990734-E6C5-B76E-7BF2-B45869579104}"/>
          </ac:spMkLst>
        </pc:spChg>
      </pc:sldChg>
      <pc:sldChg chg="modSp mod">
        <pc:chgData name="Goutham RP" userId="9c29b54a4521e357" providerId="LiveId" clId="{96135513-57E8-4E20-87BC-554A32601E0D}" dt="2026-04-13T19:38:19.810" v="533" actId="27636"/>
        <pc:sldMkLst>
          <pc:docMk/>
          <pc:sldMk cId="1466257250" sldId="265"/>
        </pc:sldMkLst>
        <pc:spChg chg="mod">
          <ac:chgData name="Goutham RP" userId="9c29b54a4521e357" providerId="LiveId" clId="{96135513-57E8-4E20-87BC-554A32601E0D}" dt="2026-04-13T19:27:34.590" v="439" actId="14100"/>
          <ac:spMkLst>
            <pc:docMk/>
            <pc:sldMk cId="1466257250" sldId="265"/>
            <ac:spMk id="2" creationId="{F86E39CE-6128-D5DE-948B-3CFF737BAE90}"/>
          </ac:spMkLst>
        </pc:spChg>
        <pc:spChg chg="mod">
          <ac:chgData name="Goutham RP" userId="9c29b54a4521e357" providerId="LiveId" clId="{96135513-57E8-4E20-87BC-554A32601E0D}" dt="2026-04-13T19:38:19.810" v="533" actId="27636"/>
          <ac:spMkLst>
            <pc:docMk/>
            <pc:sldMk cId="1466257250" sldId="265"/>
            <ac:spMk id="3" creationId="{E3808C72-0BDF-7E4E-6E43-01631F7EA027}"/>
          </ac:spMkLst>
        </pc:spChg>
      </pc:sldChg>
      <pc:sldChg chg="modSp mod">
        <pc:chgData name="Goutham RP" userId="9c29b54a4521e357" providerId="LiveId" clId="{96135513-57E8-4E20-87BC-554A32601E0D}" dt="2026-04-13T19:37:10.654" v="522" actId="255"/>
        <pc:sldMkLst>
          <pc:docMk/>
          <pc:sldMk cId="2481673626" sldId="266"/>
        </pc:sldMkLst>
        <pc:spChg chg="mod">
          <ac:chgData name="Goutham RP" userId="9c29b54a4521e357" providerId="LiveId" clId="{96135513-57E8-4E20-87BC-554A32601E0D}" dt="2026-04-13T19:18:00.734" v="397" actId="27636"/>
          <ac:spMkLst>
            <pc:docMk/>
            <pc:sldMk cId="2481673626" sldId="266"/>
            <ac:spMk id="2" creationId="{F5197799-C5B8-B9F1-5D67-FBD7AB9CAF41}"/>
          </ac:spMkLst>
        </pc:spChg>
        <pc:spChg chg="mod">
          <ac:chgData name="Goutham RP" userId="9c29b54a4521e357" providerId="LiveId" clId="{96135513-57E8-4E20-87BC-554A32601E0D}" dt="2026-04-13T19:37:10.654" v="522" actId="255"/>
          <ac:spMkLst>
            <pc:docMk/>
            <pc:sldMk cId="2481673626" sldId="266"/>
            <ac:spMk id="3" creationId="{EDC18044-D651-E1A0-7CA0-1E9C2778559A}"/>
          </ac:spMkLst>
        </pc:spChg>
      </pc:sldChg>
      <pc:sldChg chg="addSp delSp modSp mod">
        <pc:chgData name="Goutham RP" userId="9c29b54a4521e357" providerId="LiveId" clId="{96135513-57E8-4E20-87BC-554A32601E0D}" dt="2026-04-13T19:46:36.954" v="540" actId="20577"/>
        <pc:sldMkLst>
          <pc:docMk/>
          <pc:sldMk cId="2003167019" sldId="267"/>
        </pc:sldMkLst>
        <pc:spChg chg="mod">
          <ac:chgData name="Goutham RP" userId="9c29b54a4521e357" providerId="LiveId" clId="{96135513-57E8-4E20-87BC-554A32601E0D}" dt="2026-04-13T19:34:41.103" v="490" actId="14100"/>
          <ac:spMkLst>
            <pc:docMk/>
            <pc:sldMk cId="2003167019" sldId="267"/>
            <ac:spMk id="2" creationId="{771C4B2D-9E07-4DBC-3E1A-2B12233EE24C}"/>
          </ac:spMkLst>
        </pc:spChg>
        <pc:spChg chg="mod">
          <ac:chgData name="Goutham RP" userId="9c29b54a4521e357" providerId="LiveId" clId="{96135513-57E8-4E20-87BC-554A32601E0D}" dt="2026-04-13T19:46:36.954" v="540" actId="20577"/>
          <ac:spMkLst>
            <pc:docMk/>
            <pc:sldMk cId="2003167019" sldId="267"/>
            <ac:spMk id="3" creationId="{4F4289AC-EC98-7009-D92D-DBF6F774C6AC}"/>
          </ac:spMkLst>
        </pc:spChg>
        <pc:picChg chg="add del mod">
          <ac:chgData name="Goutham RP" userId="9c29b54a4521e357" providerId="LiveId" clId="{96135513-57E8-4E20-87BC-554A32601E0D}" dt="2026-04-13T19:19:11.370" v="414" actId="478"/>
          <ac:picMkLst>
            <pc:docMk/>
            <pc:sldMk cId="2003167019" sldId="267"/>
            <ac:picMk id="5" creationId="{CC275A20-5312-EA1B-1080-8693D80C1F66}"/>
          </ac:picMkLst>
        </pc:picChg>
      </pc:sldChg>
      <pc:sldChg chg="modSp del mod">
        <pc:chgData name="Goutham RP" userId="9c29b54a4521e357" providerId="LiveId" clId="{96135513-57E8-4E20-87BC-554A32601E0D}" dt="2026-04-13T19:33:07.796" v="473" actId="47"/>
        <pc:sldMkLst>
          <pc:docMk/>
          <pc:sldMk cId="199164507" sldId="268"/>
        </pc:sldMkLst>
        <pc:spChg chg="mod">
          <ac:chgData name="Goutham RP" userId="9c29b54a4521e357" providerId="LiveId" clId="{96135513-57E8-4E20-87BC-554A32601E0D}" dt="2026-04-13T19:32:55.465" v="472" actId="20577"/>
          <ac:spMkLst>
            <pc:docMk/>
            <pc:sldMk cId="199164507" sldId="268"/>
            <ac:spMk id="3" creationId="{40A8B822-ECDB-79A3-A9CC-162B9033542B}"/>
          </ac:spMkLst>
        </pc:spChg>
      </pc:sldChg>
      <pc:sldChg chg="modSp mod">
        <pc:chgData name="Goutham RP" userId="9c29b54a4521e357" providerId="LiveId" clId="{96135513-57E8-4E20-87BC-554A32601E0D}" dt="2026-04-13T19:33:18.592" v="477" actId="1076"/>
        <pc:sldMkLst>
          <pc:docMk/>
          <pc:sldMk cId="152192257" sldId="269"/>
        </pc:sldMkLst>
        <pc:spChg chg="mod">
          <ac:chgData name="Goutham RP" userId="9c29b54a4521e357" providerId="LiveId" clId="{96135513-57E8-4E20-87BC-554A32601E0D}" dt="2026-04-13T19:33:12.069" v="474" actId="14100"/>
          <ac:spMkLst>
            <pc:docMk/>
            <pc:sldMk cId="152192257" sldId="269"/>
            <ac:spMk id="2" creationId="{DE8DBAFF-73C8-161C-84F4-F4353B072C0D}"/>
          </ac:spMkLst>
        </pc:spChg>
        <pc:picChg chg="mod">
          <ac:chgData name="Goutham RP" userId="9c29b54a4521e357" providerId="LiveId" clId="{96135513-57E8-4E20-87BC-554A32601E0D}" dt="2026-04-13T19:33:18.592" v="477" actId="1076"/>
          <ac:picMkLst>
            <pc:docMk/>
            <pc:sldMk cId="152192257" sldId="269"/>
            <ac:picMk id="5" creationId="{950F9FE4-29CD-77A3-8658-E227A0C013D3}"/>
          </ac:picMkLst>
        </pc:picChg>
      </pc:sldChg>
      <pc:sldChg chg="addSp delSp modSp new mod">
        <pc:chgData name="Goutham RP" userId="9c29b54a4521e357" providerId="LiveId" clId="{96135513-57E8-4E20-87BC-554A32601E0D}" dt="2026-04-13T19:35:16.885" v="493" actId="1076"/>
        <pc:sldMkLst>
          <pc:docMk/>
          <pc:sldMk cId="2927306643" sldId="270"/>
        </pc:sldMkLst>
        <pc:spChg chg="del">
          <ac:chgData name="Goutham RP" userId="9c29b54a4521e357" providerId="LiveId" clId="{96135513-57E8-4E20-87BC-554A32601E0D}" dt="2026-04-13T19:18:24.851" v="399" actId="478"/>
          <ac:spMkLst>
            <pc:docMk/>
            <pc:sldMk cId="2927306643" sldId="270"/>
            <ac:spMk id="2" creationId="{6464649F-82E6-8F48-2A55-9B40C1A097C6}"/>
          </ac:spMkLst>
        </pc:spChg>
        <pc:spChg chg="del">
          <ac:chgData name="Goutham RP" userId="9c29b54a4521e357" providerId="LiveId" clId="{96135513-57E8-4E20-87BC-554A32601E0D}" dt="2026-04-13T18:24:56.363" v="4" actId="478"/>
          <ac:spMkLst>
            <pc:docMk/>
            <pc:sldMk cId="2927306643" sldId="270"/>
            <ac:spMk id="3" creationId="{87EDA644-1CE0-D86A-08DF-8F8684F5CF66}"/>
          </ac:spMkLst>
        </pc:spChg>
        <pc:spChg chg="add mod">
          <ac:chgData name="Goutham RP" userId="9c29b54a4521e357" providerId="LiveId" clId="{96135513-57E8-4E20-87BC-554A32601E0D}" dt="2026-04-13T19:35:16.885" v="493" actId="1076"/>
          <ac:spMkLst>
            <pc:docMk/>
            <pc:sldMk cId="2927306643" sldId="270"/>
            <ac:spMk id="8" creationId="{A711C9CF-75DA-B579-3BC3-8921BFE1C776}"/>
          </ac:spMkLst>
        </pc:spChg>
        <pc:picChg chg="add mod">
          <ac:chgData name="Goutham RP" userId="9c29b54a4521e357" providerId="LiveId" clId="{96135513-57E8-4E20-87BC-554A32601E0D}" dt="2026-04-13T19:19:04.171" v="412" actId="14100"/>
          <ac:picMkLst>
            <pc:docMk/>
            <pc:sldMk cId="2927306643" sldId="270"/>
            <ac:picMk id="5" creationId="{B37F91FA-4AFE-9D33-AF03-77BF2ED1484B}"/>
          </ac:picMkLst>
        </pc:picChg>
        <pc:picChg chg="add mod">
          <ac:chgData name="Goutham RP" userId="9c29b54a4521e357" providerId="LiveId" clId="{96135513-57E8-4E20-87BC-554A32601E0D}" dt="2026-04-13T19:19:06.257" v="413" actId="14100"/>
          <ac:picMkLst>
            <pc:docMk/>
            <pc:sldMk cId="2927306643" sldId="270"/>
            <ac:picMk id="6" creationId="{B30841B9-9C3E-E7FA-F41F-547385B400D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A89D3-6940-42BC-84A8-26CD525E34F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3FD2A-20B8-4C63-9DB4-04407C995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89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63FD2A-20B8-4C63-9DB4-04407C99569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005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63FD2A-20B8-4C63-9DB4-04407C99569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240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63FD2A-20B8-4C63-9DB4-04407C99569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89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450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31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93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867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34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4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77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85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55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60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62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3706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34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013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066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292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36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EA04A-FA19-4B1D-9089-CE0642958E77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E9286-2C10-4992-8981-C1C077F54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605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4E9AA1-0643-3275-A517-116F19DD50A5}"/>
              </a:ext>
            </a:extLst>
          </p:cNvPr>
          <p:cNvSpPr txBox="1"/>
          <p:nvPr/>
        </p:nvSpPr>
        <p:spPr>
          <a:xfrm>
            <a:off x="3064878" y="1461415"/>
            <a:ext cx="93787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Narrative, Thematic &amp; Character Analysis of Curated Film Documents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Developed Using:</a:t>
            </a:r>
            <a:br>
              <a:rPr lang="en-IN" dirty="0"/>
            </a:br>
            <a:r>
              <a:rPr lang="en-IN" dirty="0"/>
              <a:t>Databricks • LangChain • ChromaDB • OpenAI • MLflow</a:t>
            </a:r>
          </a:p>
          <a:p>
            <a:br>
              <a:rPr lang="en-IN" dirty="0"/>
            </a:br>
            <a:endParaRPr lang="en-IN" dirty="0"/>
          </a:p>
          <a:p>
            <a:pPr lvl="8"/>
            <a:r>
              <a:rPr lang="en-IN" b="1" dirty="0"/>
              <a:t>			Presented By:</a:t>
            </a:r>
            <a:br>
              <a:rPr lang="en-IN" dirty="0"/>
            </a:br>
            <a:r>
              <a:rPr lang="en-IN" dirty="0"/>
              <a:t>			Goutham Raju Purushotham</a:t>
            </a:r>
            <a:br>
              <a:rPr lang="en-IN" dirty="0"/>
            </a:br>
            <a:r>
              <a:rPr lang="en-IN" dirty="0"/>
              <a:t>			Ulviyya Rahimova</a:t>
            </a:r>
          </a:p>
          <a:p>
            <a:pPr lvl="8"/>
            <a:br>
              <a:rPr lang="en-IN" dirty="0"/>
            </a:br>
            <a:endParaRPr lang="en-IN" dirty="0"/>
          </a:p>
          <a:p>
            <a:pPr lvl="8"/>
            <a:r>
              <a:rPr lang="en-IN" b="1" dirty="0"/>
              <a:t>			Course: NLP</a:t>
            </a:r>
            <a:br>
              <a:rPr lang="en-IN" dirty="0"/>
            </a:br>
            <a:r>
              <a:rPr lang="en-IN" dirty="0"/>
              <a:t>			</a:t>
            </a:r>
            <a:r>
              <a:rPr lang="en-IN" b="1" dirty="0"/>
              <a:t>Date:</a:t>
            </a:r>
            <a:r>
              <a:rPr lang="en-IN" dirty="0"/>
              <a:t> April 13, 2026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F2104-9821-A2B7-D0DB-C169D8EBC954}"/>
              </a:ext>
            </a:extLst>
          </p:cNvPr>
          <p:cNvSpPr txBox="1"/>
          <p:nvPr/>
        </p:nvSpPr>
        <p:spPr>
          <a:xfrm>
            <a:off x="3625382" y="827924"/>
            <a:ext cx="609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Agentic Domain-Specific RAG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C57E58-CDE8-0EF4-09DE-BA176B354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785" y="3395418"/>
            <a:ext cx="3501108" cy="263465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800415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C52DD0-DBA1-D408-A9AB-F540E8DD771B}"/>
              </a:ext>
            </a:extLst>
          </p:cNvPr>
          <p:cNvSpPr txBox="1"/>
          <p:nvPr/>
        </p:nvSpPr>
        <p:spPr>
          <a:xfrm>
            <a:off x="1778171" y="1368245"/>
            <a:ext cx="8906194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/>
              <a:t>Project Setup &amp; Initialization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Purpose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Establishes the </a:t>
            </a:r>
            <a:r>
              <a:rPr lang="en-IN" b="1" dirty="0"/>
              <a:t>foundation of the RAG system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Defines configuration before ingestion, retrieval, or generation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Core Configuration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Embedding Model: </a:t>
            </a:r>
            <a:r>
              <a:rPr lang="en-IN" b="1" dirty="0"/>
              <a:t>text-embedding-3-large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LLM Model: </a:t>
            </a:r>
            <a:r>
              <a:rPr lang="en-IN" b="1" dirty="0"/>
              <a:t>GPT-4o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Chunk Size: </a:t>
            </a:r>
            <a:r>
              <a:rPr lang="en-IN" b="1" dirty="0"/>
              <a:t>1200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Overlap: </a:t>
            </a:r>
            <a:r>
              <a:rPr lang="en-IN" b="1" dirty="0"/>
              <a:t>200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Top-K Retrieval: </a:t>
            </a:r>
            <a:r>
              <a:rPr lang="en-IN" b="1" dirty="0"/>
              <a:t>5</a:t>
            </a:r>
            <a:r>
              <a:rPr lang="en-IN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0440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2419B-4895-1690-2CCB-E478D43110D1}"/>
              </a:ext>
            </a:extLst>
          </p:cNvPr>
          <p:cNvSpPr txBox="1"/>
          <p:nvPr/>
        </p:nvSpPr>
        <p:spPr>
          <a:xfrm>
            <a:off x="1465699" y="277253"/>
            <a:ext cx="10458322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/>
              <a:t>Document Ingestion &amp; Data Structuring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Objective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Input layer for </a:t>
            </a:r>
            <a:r>
              <a:rPr lang="en-IN" b="1" dirty="0"/>
              <a:t>chunking and embedding</a:t>
            </a:r>
            <a:r>
              <a:rPr lang="en-IN" dirty="0"/>
              <a:t>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Ingestion Pipeline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Load PDFs from </a:t>
            </a:r>
            <a:r>
              <a:rPr lang="en-IN" b="1" dirty="0"/>
              <a:t>raw_pdfs/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Extract text using </a:t>
            </a:r>
            <a:r>
              <a:rPr lang="en-IN" b="1" dirty="0"/>
              <a:t>PyMuPDF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Apply: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normalization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whitespace cleaning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text aggregation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Metadata Generated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doc_id | file_name | source_path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raw_text | char_count | ingested_at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chunking → splits raw_text into semantic units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Output</a:t>
            </a:r>
            <a:endParaRPr lang="en-IN" dirty="0"/>
          </a:p>
          <a:p>
            <a:pPr>
              <a:buNone/>
            </a:pPr>
            <a:r>
              <a:rPr lang="en-IN" dirty="0"/>
              <a:t>→ </a:t>
            </a:r>
            <a:r>
              <a:rPr lang="en-IN" b="1" dirty="0"/>
              <a:t>documents_metadata.csv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70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2859-ACA2-9712-5A63-4A6663E6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6227" y="373671"/>
            <a:ext cx="8169764" cy="7677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Chunking &amp; Metadata Generation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FBE92-75C1-505C-AA75-C9F1CF6E3310}"/>
              </a:ext>
            </a:extLst>
          </p:cNvPr>
          <p:cNvSpPr txBox="1"/>
          <p:nvPr/>
        </p:nvSpPr>
        <p:spPr>
          <a:xfrm>
            <a:off x="1607870" y="197346"/>
            <a:ext cx="878805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Objective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Split documents into </a:t>
            </a:r>
            <a:r>
              <a:rPr lang="en-IN" b="1" dirty="0"/>
              <a:t>smaller semantic chunks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Prepare data for </a:t>
            </a:r>
            <a:r>
              <a:rPr lang="en-IN" b="1" dirty="0"/>
              <a:t>embedding and retrieval</a:t>
            </a:r>
            <a:r>
              <a:rPr lang="en-IN" dirty="0"/>
              <a:t>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Chunking Process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Input: </a:t>
            </a:r>
            <a:r>
              <a:rPr lang="en-IN" b="1" dirty="0"/>
              <a:t>documents_metadata.csv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Split </a:t>
            </a:r>
            <a:r>
              <a:rPr lang="en-IN" dirty="0">
                <a:latin typeface="Courier New" panose="02070309020205020404" pitchFamily="49" charset="0"/>
              </a:rPr>
              <a:t>raw_text</a:t>
            </a:r>
            <a:r>
              <a:rPr lang="en-IN" dirty="0"/>
              <a:t> into chunks using: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fixed </a:t>
            </a:r>
            <a:r>
              <a:rPr lang="en-IN" b="1" dirty="0"/>
              <a:t>chunk size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defined </a:t>
            </a:r>
            <a:r>
              <a:rPr lang="en-IN" b="1" dirty="0"/>
              <a:t>overlap</a:t>
            </a:r>
            <a:r>
              <a:rPr lang="en-IN" dirty="0"/>
              <a:t> </a:t>
            </a:r>
          </a:p>
          <a:p>
            <a:r>
              <a:rPr lang="en-IN" dirty="0"/>
              <a:t>Ensures: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context preservation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better retrieval accuracy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Chunk Metadata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chunk_id | doc_id | file_name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chunk_text | chunk_index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chunk_size | chunk_overlap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created_at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Output</a:t>
            </a:r>
            <a:endParaRPr lang="en-IN" dirty="0"/>
          </a:p>
          <a:p>
            <a:pPr>
              <a:buNone/>
            </a:pPr>
            <a:r>
              <a:rPr lang="en-IN" dirty="0"/>
              <a:t>→ </a:t>
            </a:r>
            <a:r>
              <a:rPr lang="en-IN" b="1" dirty="0"/>
              <a:t>chunks_metadata.csv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07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B7C37-D3AB-AEE6-2829-18D8D7C6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93" y="606247"/>
            <a:ext cx="9168601" cy="43089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Chunking Strategy &amp; Text Segmentation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FA9F6-91F9-BEA0-2183-035702A2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169" y="1037140"/>
            <a:ext cx="10471619" cy="557231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  <a:endParaRPr lang="en-IN" dirty="0"/>
          </a:p>
          <a:p>
            <a:r>
              <a:rPr lang="en-IN" dirty="0"/>
              <a:t>Transform document-level text into </a:t>
            </a:r>
            <a:r>
              <a:rPr lang="en-IN" b="1" dirty="0"/>
              <a:t>retrieval-optimized semantic units</a:t>
            </a:r>
            <a:r>
              <a:rPr lang="en-IN" dirty="0"/>
              <a:t> </a:t>
            </a:r>
          </a:p>
          <a:p>
            <a:r>
              <a:rPr lang="en-IN" dirty="0"/>
              <a:t>Enable </a:t>
            </a:r>
            <a:r>
              <a:rPr lang="en-IN" b="1" dirty="0"/>
              <a:t>high-precision vector similarity search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Processing Pipeline</a:t>
            </a:r>
            <a:endParaRPr lang="en-IN" dirty="0"/>
          </a:p>
          <a:p>
            <a:r>
              <a:rPr lang="en-IN" dirty="0"/>
              <a:t>Input: </a:t>
            </a:r>
            <a:r>
              <a:rPr lang="en-IN" b="1" dirty="0"/>
              <a:t>documents_metadata.csv</a:t>
            </a:r>
            <a:r>
              <a:rPr lang="en-IN" dirty="0"/>
              <a:t> </a:t>
            </a:r>
          </a:p>
          <a:p>
            <a:r>
              <a:rPr lang="en-IN" dirty="0"/>
              <a:t>Operates on: raw_text field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Chunking Mechanism</a:t>
            </a:r>
            <a:endParaRPr lang="en-IN" dirty="0"/>
          </a:p>
          <a:p>
            <a:r>
              <a:rPr lang="en-IN" dirty="0"/>
              <a:t>Fixed-size segmentation using: </a:t>
            </a:r>
          </a:p>
          <a:p>
            <a:pPr lvl="1"/>
            <a:r>
              <a:rPr lang="en-IN" b="1" dirty="0"/>
              <a:t>CHUNK_SIZE = 1200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CHUNK_OVERLAP = 200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  <a:p>
            <a:r>
              <a:rPr lang="en-IN" dirty="0"/>
              <a:t>Chunking enables: </a:t>
            </a:r>
          </a:p>
          <a:p>
            <a:pPr lvl="1"/>
            <a:r>
              <a:rPr lang="en-IN" dirty="0"/>
              <a:t>localized semantic matching </a:t>
            </a:r>
          </a:p>
          <a:p>
            <a:pPr lvl="1"/>
            <a:r>
              <a:rPr lang="en-IN" dirty="0"/>
              <a:t>reduced noise in retrieval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4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B070-8DA4-B1BC-2B40-2AD31F9DA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384" y="368215"/>
            <a:ext cx="10942170" cy="589143"/>
          </a:xfrm>
        </p:spPr>
        <p:txBody>
          <a:bodyPr>
            <a:normAutofit/>
          </a:bodyPr>
          <a:lstStyle/>
          <a:p>
            <a:r>
              <a:rPr lang="en-IN" sz="3200" b="1" dirty="0"/>
              <a:t>Chunk Metadata, Storage &amp; Retrieval Readiness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A16A9-327A-387A-F811-A4CD15497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491" y="1104056"/>
            <a:ext cx="9724630" cy="495404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Data Storage</a:t>
            </a:r>
            <a:endParaRPr lang="en-IN" sz="1400" dirty="0"/>
          </a:p>
          <a:p>
            <a:r>
              <a:rPr lang="en-IN" sz="1400" dirty="0"/>
              <a:t>Output stored as: </a:t>
            </a:r>
          </a:p>
          <a:p>
            <a:r>
              <a:rPr lang="en-IN" sz="1400" dirty="0"/>
              <a:t>→ </a:t>
            </a:r>
            <a:r>
              <a:rPr lang="en-IN" sz="1400" b="1" dirty="0"/>
              <a:t>chunks_metadata.csv</a:t>
            </a: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Input: structured documents </a:t>
            </a:r>
          </a:p>
          <a:p>
            <a:r>
              <a:rPr lang="en-IN" sz="1400" dirty="0"/>
              <a:t>Output: chunk-level dataset </a:t>
            </a:r>
          </a:p>
          <a:p>
            <a:r>
              <a:rPr lang="en-IN" sz="1400" dirty="0"/>
              <a:t>Next Stage:</a:t>
            </a:r>
            <a:br>
              <a:rPr lang="en-IN" sz="1400" dirty="0"/>
            </a:br>
            <a:r>
              <a:rPr lang="en-IN" sz="1400" dirty="0"/>
              <a:t>→ </a:t>
            </a:r>
            <a:r>
              <a:rPr lang="en-IN" sz="1400" b="1" dirty="0"/>
              <a:t>Embedding generation (vectorization)</a:t>
            </a:r>
            <a:br>
              <a:rPr lang="en-IN" sz="1400" dirty="0"/>
            </a:br>
            <a:r>
              <a:rPr lang="en-IN" sz="1400" dirty="0"/>
              <a:t>→ </a:t>
            </a:r>
            <a:r>
              <a:rPr lang="en-IN" sz="1400" b="1" dirty="0"/>
              <a:t>ChromaDB indexing</a:t>
            </a:r>
            <a:endParaRPr lang="en-IN" sz="1400" dirty="0"/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E9914-A1D7-7246-C9B2-F5E36E3F0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698" y="2165421"/>
            <a:ext cx="6074345" cy="2944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68747F-1AB4-2970-5949-54556DC1C633}"/>
              </a:ext>
            </a:extLst>
          </p:cNvPr>
          <p:cNvSpPr txBox="1"/>
          <p:nvPr/>
        </p:nvSpPr>
        <p:spPr>
          <a:xfrm>
            <a:off x="7371357" y="1690720"/>
            <a:ext cx="3749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Chunk-Level Data Structure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026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81D9-9F40-A4A1-8C62-96C685452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848" y="434410"/>
            <a:ext cx="9905998" cy="780699"/>
          </a:xfrm>
        </p:spPr>
        <p:txBody>
          <a:bodyPr>
            <a:normAutofit/>
          </a:bodyPr>
          <a:lstStyle/>
          <a:p>
            <a:r>
              <a:rPr lang="en-IN" sz="3200" b="1" dirty="0"/>
              <a:t>LangChain RAG Pipeline (Retrieval &amp; Generation)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F9D5C-B962-69D2-CAF2-EEF90BB75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520" y="1215108"/>
            <a:ext cx="10224150" cy="520848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  <a:endParaRPr lang="en-IN" dirty="0"/>
          </a:p>
          <a:p>
            <a:pPr lvl="1"/>
            <a:r>
              <a:rPr lang="en-IN" dirty="0"/>
              <a:t>Build the </a:t>
            </a:r>
            <a:r>
              <a:rPr lang="en-IN" b="1" dirty="0"/>
              <a:t>core RAG pipeline</a:t>
            </a:r>
            <a:r>
              <a:rPr lang="en-IN" dirty="0"/>
              <a:t> integrating retrieval + LLM generation </a:t>
            </a:r>
          </a:p>
          <a:p>
            <a:pPr lvl="1"/>
            <a:r>
              <a:rPr lang="en-IN" dirty="0"/>
              <a:t>Convert user query into </a:t>
            </a:r>
            <a:r>
              <a:rPr lang="en-IN" b="1" dirty="0"/>
              <a:t>context-aware, grounded response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Pipeline Flow</a:t>
            </a:r>
            <a:endParaRPr lang="en-IN" dirty="0"/>
          </a:p>
          <a:p>
            <a:pPr lvl="1"/>
            <a:r>
              <a:rPr lang="en-IN" dirty="0"/>
              <a:t>User Query → processed by LangChain </a:t>
            </a:r>
          </a:p>
          <a:p>
            <a:pPr lvl="1"/>
            <a:r>
              <a:rPr lang="en-IN" dirty="0"/>
              <a:t>Query converted to </a:t>
            </a:r>
            <a:r>
              <a:rPr lang="en-IN" b="1" dirty="0"/>
              <a:t>embedding vector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Similarity search on </a:t>
            </a:r>
            <a:r>
              <a:rPr lang="en-IN" b="1" dirty="0"/>
              <a:t>ChromaDB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Retrieve </a:t>
            </a:r>
            <a:r>
              <a:rPr lang="en-IN" b="1" dirty="0"/>
              <a:t>Top-K relevant chunks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Context Construction</a:t>
            </a:r>
            <a:endParaRPr lang="en-IN" dirty="0"/>
          </a:p>
          <a:p>
            <a:pPr lvl="1"/>
            <a:r>
              <a:rPr lang="en-IN" dirty="0"/>
              <a:t>Retrieved chunks combined into: </a:t>
            </a:r>
          </a:p>
          <a:p>
            <a:pPr lvl="1"/>
            <a:r>
              <a:rPr lang="en-IN" dirty="0"/>
              <a:t>structured </a:t>
            </a:r>
            <a:r>
              <a:rPr lang="en-IN" b="1" dirty="0"/>
              <a:t>context block</a:t>
            </a:r>
            <a:r>
              <a:rPr lang="en-IN" dirty="0"/>
              <a:t> </a:t>
            </a:r>
          </a:p>
          <a:p>
            <a:r>
              <a:rPr lang="en-IN" dirty="0"/>
              <a:t>Passed along with: </a:t>
            </a:r>
          </a:p>
          <a:p>
            <a:pPr lvl="1"/>
            <a:r>
              <a:rPr lang="en-IN" dirty="0"/>
              <a:t>user query </a:t>
            </a:r>
          </a:p>
          <a:p>
            <a:pPr lvl="1"/>
            <a:r>
              <a:rPr lang="en-IN" dirty="0"/>
              <a:t>optional chat history </a:t>
            </a:r>
          </a:p>
          <a:p>
            <a:pPr marL="0" indent="0">
              <a:buNone/>
            </a:pPr>
            <a:r>
              <a:rPr lang="en-IN" b="1" dirty="0"/>
              <a:t>LLM Integration</a:t>
            </a:r>
            <a:endParaRPr lang="en-IN" dirty="0"/>
          </a:p>
          <a:p>
            <a:pPr lvl="1"/>
            <a:r>
              <a:rPr lang="en-IN" dirty="0"/>
              <a:t>Model: </a:t>
            </a:r>
            <a:r>
              <a:rPr lang="en-IN" b="1" dirty="0"/>
              <a:t>GPT-4o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6360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4107-D9E9-F535-03F5-B3E2E1315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854" y="391453"/>
            <a:ext cx="9389529" cy="805245"/>
          </a:xfrm>
        </p:spPr>
        <p:txBody>
          <a:bodyPr>
            <a:normAutofit/>
          </a:bodyPr>
          <a:lstStyle/>
          <a:p>
            <a:r>
              <a:rPr lang="en-IN" sz="2800" b="1" dirty="0"/>
              <a:t>Prompting, Chain Logic &amp; System Integration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C18F2-C79E-60C1-4789-8AEF97B82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1940" y="1196698"/>
            <a:ext cx="9903443" cy="49647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LangChain Orchestration</a:t>
            </a:r>
            <a:endParaRPr lang="en-IN" sz="1600" dirty="0"/>
          </a:p>
          <a:p>
            <a:r>
              <a:rPr lang="en-IN" sz="1600" dirty="0"/>
              <a:t>Uses </a:t>
            </a:r>
            <a:r>
              <a:rPr lang="en-IN" sz="1600" b="1" dirty="0"/>
              <a:t>chain-based execution flow</a:t>
            </a:r>
            <a:r>
              <a:rPr lang="en-IN" sz="1600" dirty="0"/>
              <a:t> </a:t>
            </a:r>
          </a:p>
          <a:p>
            <a:r>
              <a:rPr lang="en-IN" sz="1600" dirty="0"/>
              <a:t>Components: </a:t>
            </a:r>
          </a:p>
          <a:p>
            <a:pPr lvl="1"/>
            <a:r>
              <a:rPr lang="en-IN" sz="1600" dirty="0"/>
              <a:t>retriever </a:t>
            </a:r>
          </a:p>
          <a:p>
            <a:pPr lvl="1"/>
            <a:r>
              <a:rPr lang="en-IN" sz="1600" dirty="0"/>
              <a:t>prompt template </a:t>
            </a:r>
          </a:p>
          <a:p>
            <a:pPr lvl="1"/>
            <a:r>
              <a:rPr lang="en-IN" sz="1600" dirty="0"/>
              <a:t>LLM call </a:t>
            </a:r>
          </a:p>
          <a:p>
            <a:pPr lvl="1"/>
            <a:r>
              <a:rPr lang="en-IN" sz="1600" dirty="0"/>
              <a:t>output parser </a:t>
            </a:r>
          </a:p>
          <a:p>
            <a:pPr marL="0" indent="0">
              <a:buNone/>
            </a:pPr>
            <a:r>
              <a:rPr lang="en-IN" sz="1600" dirty="0"/>
              <a:t>Enforces: </a:t>
            </a:r>
          </a:p>
          <a:p>
            <a:pPr lvl="1"/>
            <a:r>
              <a:rPr lang="en-IN" sz="1600" dirty="0"/>
              <a:t>grounded answers </a:t>
            </a:r>
          </a:p>
          <a:p>
            <a:pPr lvl="1"/>
            <a:r>
              <a:rPr lang="en-IN" sz="1600" dirty="0"/>
              <a:t>no hallucination </a:t>
            </a:r>
          </a:p>
          <a:p>
            <a:pPr marL="0" indent="0">
              <a:buNone/>
            </a:pPr>
            <a:r>
              <a:rPr lang="en-IN" sz="1600" b="1" dirty="0"/>
              <a:t>Pipeline Integration</a:t>
            </a:r>
            <a:endParaRPr lang="en-IN" sz="1600" dirty="0"/>
          </a:p>
          <a:p>
            <a:r>
              <a:rPr lang="en-IN" sz="1600" dirty="0"/>
              <a:t>Input: </a:t>
            </a:r>
            <a:r>
              <a:rPr lang="en-IN" sz="1600" b="1" dirty="0"/>
              <a:t>chunks_metadata.csv → ChromaDB</a:t>
            </a:r>
            <a:r>
              <a:rPr lang="en-IN" sz="1600" dirty="0"/>
              <a:t> </a:t>
            </a:r>
          </a:p>
          <a:p>
            <a:r>
              <a:rPr lang="en-IN" sz="1600" dirty="0"/>
              <a:t>Output: </a:t>
            </a:r>
            <a:r>
              <a:rPr lang="en-IN" sz="1600" b="1" dirty="0"/>
              <a:t>final generated answer</a:t>
            </a:r>
            <a:r>
              <a:rPr lang="en-IN" sz="1600" dirty="0"/>
              <a:t>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28262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45E0-D6AD-B375-3657-CBBAD2C55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795" y="612381"/>
            <a:ext cx="9905998" cy="651823"/>
          </a:xfrm>
        </p:spPr>
        <p:txBody>
          <a:bodyPr>
            <a:normAutofit fontScale="90000"/>
          </a:bodyPr>
          <a:lstStyle/>
          <a:p>
            <a:r>
              <a:rPr lang="en-IN" sz="3100" b="1" dirty="0"/>
              <a:t>LangChain RAG Pipeline (Retrieval + Generation Layer)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90734-E6C5-B76E-7BF2-B45869579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911" y="1196698"/>
            <a:ext cx="10424622" cy="463950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br>
              <a:rPr lang="en-IN" dirty="0"/>
            </a:br>
            <a:r>
              <a:rPr lang="en-IN" b="1" dirty="0"/>
              <a:t>Pipeline Execution Flow</a:t>
            </a:r>
            <a:endParaRPr lang="en-IN" dirty="0"/>
          </a:p>
          <a:p>
            <a:pPr lvl="1"/>
            <a:r>
              <a:rPr lang="en-IN" dirty="0"/>
              <a:t>User query → converted into </a:t>
            </a:r>
            <a:r>
              <a:rPr lang="en-IN" b="1" dirty="0"/>
              <a:t>embedding vector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Perform </a:t>
            </a:r>
            <a:r>
              <a:rPr lang="en-IN" b="1" dirty="0"/>
              <a:t>similarity search (Top-K = 5)</a:t>
            </a:r>
            <a:r>
              <a:rPr lang="en-IN" dirty="0"/>
              <a:t> on ChromaDB </a:t>
            </a:r>
          </a:p>
          <a:p>
            <a:pPr lvl="1"/>
            <a:r>
              <a:rPr lang="en-IN" dirty="0"/>
              <a:t>Retrieve most relevant </a:t>
            </a:r>
            <a:r>
              <a:rPr lang="en-IN" b="1" dirty="0"/>
              <a:t>document chunks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Construct </a:t>
            </a:r>
            <a:r>
              <a:rPr lang="en-IN" b="1" dirty="0"/>
              <a:t>context block</a:t>
            </a:r>
            <a:r>
              <a:rPr lang="en-IN" dirty="0"/>
              <a:t> from retrieved chunks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LangChain Orchestration</a:t>
            </a:r>
            <a:endParaRPr lang="en-IN" dirty="0"/>
          </a:p>
          <a:p>
            <a:r>
              <a:rPr lang="en-IN" dirty="0"/>
              <a:t>Components: </a:t>
            </a:r>
          </a:p>
          <a:p>
            <a:pPr lvl="1"/>
            <a:r>
              <a:rPr lang="en-IN" dirty="0"/>
              <a:t>embedding model (</a:t>
            </a:r>
            <a:r>
              <a:rPr lang="en-IN" b="1" dirty="0"/>
              <a:t>text-embedding-3-large</a:t>
            </a:r>
            <a:r>
              <a:rPr lang="en-IN" dirty="0"/>
              <a:t>) </a:t>
            </a:r>
          </a:p>
          <a:p>
            <a:pPr lvl="1"/>
            <a:r>
              <a:rPr lang="en-IN" dirty="0"/>
              <a:t>retriever (ChromaDB) </a:t>
            </a:r>
          </a:p>
          <a:p>
            <a:pPr lvl="1"/>
            <a:r>
              <a:rPr lang="en-IN" dirty="0"/>
              <a:t>prompt template </a:t>
            </a:r>
          </a:p>
          <a:p>
            <a:pPr lvl="1"/>
            <a:r>
              <a:rPr lang="en-IN" dirty="0"/>
              <a:t>LLM chain </a:t>
            </a:r>
          </a:p>
        </p:txBody>
      </p:sp>
    </p:spTree>
    <p:extLst>
      <p:ext uri="{BB962C8B-B14F-4D97-AF65-F5344CB8AC3E}">
        <p14:creationId xmlns:p14="http://schemas.microsoft.com/office/powerpoint/2010/main" val="335250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39CE-6128-D5DE-948B-3CFF737BA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90" y="428273"/>
            <a:ext cx="9905998" cy="67637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Agentic RAG with Tool Calling (Decision Layer)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08C72-0BDF-7E4E-6E43-01631F7EA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890" y="1037138"/>
            <a:ext cx="9812975" cy="513659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/>
              <a:t>Objective</a:t>
            </a:r>
            <a:endParaRPr lang="en-IN" dirty="0"/>
          </a:p>
          <a:p>
            <a:r>
              <a:rPr lang="en-IN" dirty="0"/>
              <a:t>Extend RAG into an </a:t>
            </a:r>
            <a:r>
              <a:rPr lang="en-IN" b="1" dirty="0"/>
              <a:t>agentic system</a:t>
            </a:r>
            <a:r>
              <a:rPr lang="en-IN" dirty="0"/>
              <a:t> with dynamic decision-making </a:t>
            </a:r>
          </a:p>
          <a:p>
            <a:r>
              <a:rPr lang="en-IN" dirty="0"/>
              <a:t>Enable model to choose between </a:t>
            </a:r>
            <a:r>
              <a:rPr lang="en-IN" b="1" dirty="0"/>
              <a:t>internal retrieval and external tools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Decision Mechanism</a:t>
            </a:r>
            <a:endParaRPr lang="en-IN" dirty="0"/>
          </a:p>
          <a:p>
            <a:r>
              <a:rPr lang="en-IN" dirty="0"/>
              <a:t>LLM evaluates: </a:t>
            </a:r>
          </a:p>
          <a:p>
            <a:pPr lvl="1"/>
            <a:r>
              <a:rPr lang="en-IN" dirty="0"/>
              <a:t>user query intent </a:t>
            </a:r>
          </a:p>
          <a:p>
            <a:pPr lvl="1"/>
            <a:r>
              <a:rPr lang="en-IN" dirty="0"/>
              <a:t>sufficiency of retrieved context </a:t>
            </a:r>
          </a:p>
          <a:p>
            <a:r>
              <a:rPr lang="en-IN" dirty="0"/>
              <a:t>Outputs structured action: </a:t>
            </a:r>
          </a:p>
          <a:p>
            <a:pPr lvl="1"/>
            <a:r>
              <a:rPr lang="en-IN" dirty="0"/>
              <a:t>INTERNAL_ONLY </a:t>
            </a:r>
          </a:p>
          <a:p>
            <a:pPr lvl="1"/>
            <a:r>
              <a:rPr lang="en-IN" dirty="0"/>
              <a:t>GOOGLE_SEARCH </a:t>
            </a:r>
          </a:p>
          <a:p>
            <a:pPr lvl="1"/>
            <a:r>
              <a:rPr lang="en-IN" dirty="0"/>
              <a:t>YOUTUBE_SEARCH </a:t>
            </a:r>
          </a:p>
          <a:p>
            <a:pPr lvl="1"/>
            <a:r>
              <a:rPr lang="en-IN" dirty="0"/>
              <a:t>GOOGLE_AND_YOUTUBE 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Tool Integration</a:t>
            </a:r>
            <a:endParaRPr lang="en-IN" dirty="0"/>
          </a:p>
          <a:p>
            <a:r>
              <a:rPr lang="en-IN" dirty="0"/>
              <a:t>Google Search → </a:t>
            </a:r>
            <a:r>
              <a:rPr lang="en-IN" b="1" dirty="0"/>
              <a:t>SerpAPI</a:t>
            </a:r>
            <a:r>
              <a:rPr lang="en-IN" dirty="0"/>
              <a:t> </a:t>
            </a:r>
          </a:p>
          <a:p>
            <a:r>
              <a:rPr lang="en-IN" dirty="0"/>
              <a:t>YouTube Search → </a:t>
            </a:r>
            <a:r>
              <a:rPr lang="en-IN" b="1" dirty="0"/>
              <a:t>YouTube API</a:t>
            </a:r>
            <a:r>
              <a:rPr lang="en-IN" dirty="0"/>
              <a:t> </a:t>
            </a:r>
          </a:p>
          <a:p>
            <a:r>
              <a:rPr lang="en-IN" dirty="0"/>
              <a:t>Results injected into </a:t>
            </a:r>
            <a:r>
              <a:rPr lang="en-IN" b="1" dirty="0"/>
              <a:t>final prompt context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Execution Flow</a:t>
            </a:r>
            <a:endParaRPr lang="en-IN" dirty="0"/>
          </a:p>
          <a:p>
            <a:r>
              <a:rPr lang="en-IN" dirty="0"/>
              <a:t>Query → Retrieval → Decision → Tool Call (if needed) → Context Update → Final LLM Response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257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7799-C5B8-B9F1-5D67-FBD7AB9CA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97090"/>
            <a:ext cx="9905998" cy="681197"/>
          </a:xfrm>
        </p:spPr>
        <p:txBody>
          <a:bodyPr>
            <a:normAutofit/>
          </a:bodyPr>
          <a:lstStyle/>
          <a:p>
            <a:r>
              <a:rPr lang="en-IN" sz="3200" b="1" dirty="0"/>
              <a:t>Conversational Memory &amp; Session Management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18044-D651-E1A0-7CA0-1E9C27785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532" y="1178287"/>
            <a:ext cx="9985918" cy="51713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Memory Storage</a:t>
            </a:r>
            <a:endParaRPr lang="en-IN" sz="1600" dirty="0"/>
          </a:p>
          <a:p>
            <a:r>
              <a:rPr lang="en-IN" sz="1600" dirty="0"/>
              <a:t>Stored in </a:t>
            </a:r>
            <a:r>
              <a:rPr lang="en-IN" sz="1600" b="1" dirty="0"/>
              <a:t>session_logs.csv</a:t>
            </a:r>
            <a:r>
              <a:rPr lang="en-IN" sz="1600" dirty="0"/>
              <a:t> </a:t>
            </a:r>
          </a:p>
          <a:p>
            <a:r>
              <a:rPr lang="en-IN" sz="1600" dirty="0"/>
              <a:t>Tracks: </a:t>
            </a:r>
          </a:p>
          <a:p>
            <a:pPr lvl="1"/>
            <a:r>
              <a:rPr lang="en-IN" sz="1600" dirty="0"/>
              <a:t>session_id </a:t>
            </a:r>
          </a:p>
          <a:p>
            <a:pPr lvl="1"/>
            <a:r>
              <a:rPr lang="en-IN" sz="1600" dirty="0"/>
              <a:t>user query </a:t>
            </a:r>
          </a:p>
          <a:p>
            <a:pPr lvl="1"/>
            <a:r>
              <a:rPr lang="en-IN" sz="1600" dirty="0"/>
              <a:t>response </a:t>
            </a:r>
          </a:p>
          <a:p>
            <a:pPr marL="0" indent="0">
              <a:buNone/>
            </a:pPr>
            <a:r>
              <a:rPr lang="en-IN" sz="1600" b="1" dirty="0"/>
              <a:t>Execution Flow</a:t>
            </a:r>
            <a:endParaRPr lang="en-IN" sz="1600" dirty="0"/>
          </a:p>
          <a:p>
            <a:r>
              <a:rPr lang="en-IN" sz="1600" dirty="0"/>
              <a:t>Retrieve past history using </a:t>
            </a:r>
            <a:r>
              <a:rPr lang="en-IN" sz="1600" b="1" dirty="0"/>
              <a:t>session_id</a:t>
            </a:r>
            <a:r>
              <a:rPr lang="en-IN" sz="1600" dirty="0"/>
              <a:t> </a:t>
            </a:r>
          </a:p>
          <a:p>
            <a:r>
              <a:rPr lang="en-IN" sz="1600" dirty="0"/>
              <a:t>Inject into LLM prompt with current query </a:t>
            </a:r>
          </a:p>
          <a:p>
            <a:pPr marL="0" indent="0">
              <a:buNone/>
            </a:pPr>
            <a:r>
              <a:rPr lang="en-IN" sz="1600" b="1" dirty="0"/>
              <a:t>Impact</a:t>
            </a:r>
            <a:endParaRPr lang="en-IN" sz="1600" dirty="0"/>
          </a:p>
          <a:p>
            <a:r>
              <a:rPr lang="en-IN" sz="1600" dirty="0"/>
              <a:t>Improves </a:t>
            </a:r>
            <a:r>
              <a:rPr lang="en-IN" sz="1600" b="1" dirty="0"/>
              <a:t>context awareness</a:t>
            </a:r>
            <a:r>
              <a:rPr lang="en-IN" sz="1600" dirty="0"/>
              <a:t> </a:t>
            </a:r>
          </a:p>
          <a:p>
            <a:r>
              <a:rPr lang="en-IN" sz="1600" dirty="0"/>
              <a:t>Supports </a:t>
            </a:r>
            <a:r>
              <a:rPr lang="en-IN" sz="1600" b="1" dirty="0"/>
              <a:t>follow-up questions</a:t>
            </a:r>
            <a:r>
              <a:rPr lang="en-IN" sz="1600" dirty="0"/>
              <a:t> </a:t>
            </a:r>
          </a:p>
          <a:p>
            <a:pPr marL="0" indent="0">
              <a:buNone/>
            </a:pPr>
            <a:r>
              <a:rPr lang="en-IN" sz="1600" b="1" dirty="0"/>
              <a:t>System Role</a:t>
            </a:r>
            <a:endParaRPr lang="en-IN" sz="1600" dirty="0"/>
          </a:p>
          <a:p>
            <a:r>
              <a:rPr lang="en-IN" sz="1600" dirty="0"/>
              <a:t>Transforms RAG into a </a:t>
            </a:r>
            <a:r>
              <a:rPr lang="en-IN" sz="1600" b="1" dirty="0"/>
              <a:t>context-aware conversational system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81673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4B2D-9E07-4DBC-3E1A-2B12233E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013" y="303122"/>
            <a:ext cx="9905998" cy="827178"/>
          </a:xfrm>
        </p:spPr>
        <p:txBody>
          <a:bodyPr/>
          <a:lstStyle/>
          <a:p>
            <a:r>
              <a:rPr lang="en-US" b="1" dirty="0"/>
              <a:t>MLflow Tracking &amp; Observability Layer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289AC-EC98-7009-D92D-DBF6F774C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8012" y="1203612"/>
            <a:ext cx="10121188" cy="47907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Objective</a:t>
            </a:r>
            <a:endParaRPr lang="en-US" sz="1200" dirty="0"/>
          </a:p>
          <a:p>
            <a:r>
              <a:rPr lang="en-US" sz="1200" dirty="0"/>
              <a:t>Enable </a:t>
            </a:r>
            <a:r>
              <a:rPr lang="en-US" sz="1200" b="1" dirty="0"/>
              <a:t>end-to-end tracking</a:t>
            </a:r>
            <a:r>
              <a:rPr lang="en-US" sz="1200" dirty="0"/>
              <a:t> of RAG pipeline execution </a:t>
            </a:r>
          </a:p>
          <a:p>
            <a:r>
              <a:rPr lang="en-US" sz="1200" dirty="0"/>
              <a:t>Provide </a:t>
            </a:r>
            <a:r>
              <a:rPr lang="en-US" sz="1200" b="1" dirty="0"/>
              <a:t>transparency and evaluation capability</a:t>
            </a:r>
            <a:r>
              <a:rPr lang="en-US" sz="1200" dirty="0"/>
              <a:t> </a:t>
            </a:r>
          </a:p>
          <a:p>
            <a:pPr marL="0" indent="0">
              <a:buNone/>
            </a:pPr>
            <a:r>
              <a:rPr lang="en-US" sz="1200" b="1" dirty="0"/>
              <a:t>Tracked Components</a:t>
            </a:r>
            <a:endParaRPr lang="en-US" sz="1200" dirty="0"/>
          </a:p>
          <a:p>
            <a:r>
              <a:rPr lang="en-US" sz="1200" b="1" dirty="0"/>
              <a:t>Parameters: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user query </a:t>
            </a:r>
          </a:p>
          <a:p>
            <a:pPr lvl="1"/>
            <a:r>
              <a:rPr lang="en-US" sz="1200" dirty="0"/>
              <a:t>decision action </a:t>
            </a:r>
          </a:p>
          <a:p>
            <a:r>
              <a:rPr lang="en-US" sz="1200" b="1" dirty="0"/>
              <a:t>Metrics: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latency </a:t>
            </a:r>
          </a:p>
          <a:p>
            <a:pPr lvl="1"/>
            <a:r>
              <a:rPr lang="en-US" sz="1200" dirty="0"/>
              <a:t>number of retrieved sources </a:t>
            </a:r>
          </a:p>
          <a:p>
            <a:r>
              <a:rPr lang="en-US" sz="1200" b="1" dirty="0"/>
              <a:t>Artifacts: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full response (JSON) </a:t>
            </a:r>
          </a:p>
          <a:p>
            <a:pPr marL="0" indent="0">
              <a:buNone/>
            </a:pPr>
            <a:r>
              <a:rPr lang="en-US" sz="1200" b="1" dirty="0"/>
              <a:t>Integration</a:t>
            </a:r>
            <a:endParaRPr lang="en-US" sz="1200" dirty="0"/>
          </a:p>
          <a:p>
            <a:r>
              <a:rPr lang="en-US" sz="1200" dirty="0"/>
              <a:t>Implemented within </a:t>
            </a:r>
            <a:r>
              <a:rPr lang="en-US" sz="1200" b="1" dirty="0"/>
              <a:t>Databricks MLflow</a:t>
            </a:r>
            <a:r>
              <a:rPr lang="en-US" sz="1200" dirty="0"/>
              <a:t> </a:t>
            </a:r>
          </a:p>
          <a:p>
            <a:r>
              <a:rPr lang="en-US" sz="1200" dirty="0"/>
              <a:t>Each query recorded as a </a:t>
            </a:r>
            <a:r>
              <a:rPr lang="en-US" sz="1200" b="1" dirty="0"/>
              <a:t>separate run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3167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7F91FA-4AFE-9D33-AF03-77BF2ED14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629" y="2013063"/>
            <a:ext cx="4823403" cy="28318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0841B9-9C3E-E7FA-F41F-547385B40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41" y="2013063"/>
            <a:ext cx="5007343" cy="28318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11C9CF-75DA-B579-3BC3-8921BFE1C776}"/>
              </a:ext>
            </a:extLst>
          </p:cNvPr>
          <p:cNvSpPr txBox="1"/>
          <p:nvPr/>
        </p:nvSpPr>
        <p:spPr>
          <a:xfrm>
            <a:off x="3044420" y="1232321"/>
            <a:ext cx="6103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MLflow Tracking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27306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BAFF-73C8-161C-84F4-F4353B072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83216"/>
          </a:xfrm>
        </p:spPr>
        <p:txBody>
          <a:bodyPr/>
          <a:lstStyle/>
          <a:p>
            <a:r>
              <a:rPr lang="en-IN" dirty="0"/>
              <a:t>Prompting </a:t>
            </a:r>
            <a:r>
              <a:rPr lang="en-IN" dirty="0" err="1"/>
              <a:t>ui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0F9FE4-29CD-77A3-8658-E227A0C01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875" y="1601734"/>
            <a:ext cx="8911971" cy="480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22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2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121</TotalTime>
  <Words>762</Words>
  <Application>Microsoft Office PowerPoint</Application>
  <PresentationFormat>Widescreen</PresentationFormat>
  <Paragraphs>189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Courier New</vt:lpstr>
      <vt:lpstr>Tw Cen MT</vt:lpstr>
      <vt:lpstr>Circuit</vt:lpstr>
      <vt:lpstr>PowerPoint Presentation</vt:lpstr>
      <vt:lpstr>PowerPoint Presentation</vt:lpstr>
      <vt:lpstr>PowerPoint Presentation</vt:lpstr>
      <vt:lpstr>Chunking &amp; Metadata Generation </vt:lpstr>
      <vt:lpstr>Chunking Strategy &amp; Text Segmentation </vt:lpstr>
      <vt:lpstr>Chunk Metadata, Storage &amp; Retrieval Readiness</vt:lpstr>
      <vt:lpstr>LangChain RAG Pipeline (Retrieval &amp; Generation)</vt:lpstr>
      <vt:lpstr>Prompting, Chain Logic &amp; System Integration</vt:lpstr>
      <vt:lpstr>LangChain RAG Pipeline (Retrieval + Generation Layer) </vt:lpstr>
      <vt:lpstr>Agentic RAG with Tool Calling (Decision Layer) </vt:lpstr>
      <vt:lpstr>Conversational Memory &amp; Session Management</vt:lpstr>
      <vt:lpstr>MLflow Tracking &amp; Observability Layer</vt:lpstr>
      <vt:lpstr>PowerPoint Presentation</vt:lpstr>
      <vt:lpstr>Prompting ui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Goutham RP</dc:creator>
  <cp:lastModifiedBy>Goutham RP</cp:lastModifiedBy>
  <cp:revision>1</cp:revision>
  <dcterms:created xsi:type="dcterms:W3CDTF">2026-04-13T17:44:59Z</dcterms:created>
  <dcterms:modified xsi:type="dcterms:W3CDTF">2026-04-13T19:49:29Z</dcterms:modified>
</cp:coreProperties>
</file>